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b1n0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opinión de Centroamérica.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apostar.</a:t>
            </a:r>
            <a:pPr indent="0" marL="0">
              <a:buNone/>
            </a:pPr>
            <a:r>
              <a:rPr lang="en-US" sz="2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tu llamado</a:t>
            </a:r>
            <a:pPr indent="0" marL="0">
              <a:buNone/>
            </a:pPr>
            <a:r>
              <a:rPr lang="en-US" sz="2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926080" cy="100584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18-35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3291840"/>
            <a:ext cx="2926080" cy="100584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233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 Centroamérica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2926080" cy="100584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moneda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4480560"/>
            <a:ext cx="2926080" cy="100584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Mobile-first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0233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responsivo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554480"/>
            <a:ext cx="3931920" cy="411480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554480"/>
            <a:ext cx="1179576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1976" y="1554480"/>
            <a:ext cx="1572768" cy="45720"/>
          </a:xfrm>
          <a:prstGeom prst="rect">
            <a:avLst/>
          </a:prstGeom>
          <a:solidFill>
            <a:srgbClr val="FFD4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24744" y="1554480"/>
            <a:ext cx="1179576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600200"/>
            <a:ext cx="3931920" cy="128016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697480"/>
            <a:ext cx="4572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NAYIB BUKELE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46720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 ·  SV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3291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Bukele anuncia que busca un tercer mandato en 2026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4160520"/>
            <a:ext cx="1645920" cy="502920"/>
          </a:xfrm>
          <a:prstGeom prst="rect">
            <a:avLst/>
          </a:prstGeom>
          <a:solidFill>
            <a:srgbClr val="14B8A6">
              <a:alpha val="13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 0.36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784080" y="4160520"/>
            <a:ext cx="1645920" cy="502920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0.66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$500.00 pool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0704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5760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en producción · b1n0.com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— Confidencial · Para Prensa Libre / Guatevisión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funciona?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pasos. Cero gambling. Pool parimutuel transparente.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38328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6060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Leés el evento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concreta con fecha de cierre y fuente de verdad pública. Comentarios y datos en vivo.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606040" cy="338328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737360"/>
            <a:ext cx="26060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11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Hacés tu llamado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Elegís SÍ o NO (o una de varias opciones), monto desde $1. El precio se ajusta con cada voto.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06040" cy="338328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3736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011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Esperás la resolución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ocurre el hecho público, el verificador independiente confirma. Resuelve SÍ o NO.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1737360"/>
            <a:ext cx="2606040" cy="338328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737360"/>
            <a:ext cx="2606040" cy="73152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011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B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41832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Cobrás si tuviste razón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0" y="32918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pool se reparte proporcional entre los que acertaron. Crédito directo a tu saldo.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Economía:  Fee de transacción 1-5%  ·  Spread dinámico 1-2%  ·  Skim de resolución 5%  =  ~8% take total a la plataforma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— Confidencial · Para Prensa Libre / Guatevisión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Esto ya está pasando.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y Kalshi cerraron con </a:t>
            </a:r>
            <a:pPr indent="0" marL="0">
              <a:buNone/>
            </a:pPr>
            <a:r>
              <a:rPr lang="en-US" sz="14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grandes medios de EE.UU.</a:t>
            </a:r>
            <a:pPr indent="0" marL="0">
              <a:buNone/>
            </a:pPr>
            <a:r>
              <a:rPr lang="en-US" sz="14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últimos 6 meses. Ningún medio latinoamericano lo ha hecho aún.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solidFill>
            <a:srgbClr val="1F23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434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694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 EL MEDIO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8700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$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457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+ digital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Enten al aire · cobertura TV/digital/redes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8700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Trueque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77440"/>
            <a:ext cx="11064240" cy="502920"/>
          </a:xfrm>
          <a:prstGeom prst="rect">
            <a:avLst/>
          </a:prstGeom>
          <a:solidFill>
            <a:srgbClr val="1619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457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financiero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· multianual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al aire · integración Squawk Box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8700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revelado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88036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 / WSJ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 financiera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resultados · módulos en home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870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revelado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solidFill>
            <a:srgbClr val="1619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38328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retail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0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categoría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integrados · adyacencia cripto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8700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revelado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88620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0604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43400" y="3886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exclusivo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6948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embebidos · monetización writers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8700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revelado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389120"/>
            <a:ext cx="11064240" cy="502920"/>
          </a:xfrm>
          <a:prstGeom prst="rect">
            <a:avLst/>
          </a:prstGeom>
          <a:solidFill>
            <a:srgbClr val="1619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4389120"/>
            <a:ext cx="45720" cy="502920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606040" y="4389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deportiva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4340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15000" y="4389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licencia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69480" y="4389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de datos · activaciones marketing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287000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pagada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489204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4892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Globes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606040" y="4892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premios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34340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715000" y="4892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 puntual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269480" y="4892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patrocinado de probabilidades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287000" y="4892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14B8A6">
              <a:alpha val="13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</a:t>
            </a:r>
            <a:pPr indent="0" marL="0">
              <a:buNone/>
            </a:pPr>
            <a:r>
              <a:rPr lang="en-US" sz="1200" i="1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pPr indent="0" marL="0">
              <a:buNone/>
            </a:pPr>
            <a:r>
              <a:rPr lang="en-US" sz="12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este modelo llega a Centroamérica. Es 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medio guatemalteco lo tomará primero</a:t>
            </a:r>
            <a:pPr indent="0" marL="0">
              <a:buNone/>
            </a:pPr>
            <a:r>
              <a:rPr lang="en-US" sz="12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comunicados oficiales y reportes de prensa, dic 2025 – abr 2026.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— Confidencial · Para Prensa Libre / Guatevisión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se vería b1n0 × Prensa Libre / Guatevisión.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playbook que CNN × Kalshi — adaptado al ecosistema guatemalteco.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361188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54864"/>
          </a:xfrm>
          <a:prstGeom prst="rect">
            <a:avLst/>
          </a:prstGeom>
          <a:solidFill>
            <a:srgbClr val="8B8F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· CNN × KALSHI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en cable + digital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Trueque (sin pago directo)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AL AIRE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Enten como rostro de los datos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611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tiempo real con datos de mercado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digital, redes — full-stack media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se posicionó como "mercado oficial de predicción de la elección 2024"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486400" cy="3611880"/>
          </a:xfrm>
          <a:prstGeom prst="rect">
            <a:avLst/>
          </a:prstGeom>
          <a:solidFill>
            <a:srgbClr val="16192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554480"/>
            <a:ext cx="54864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b1n0 × PRENSA LIBRE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181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para eventos guatemaltecos en b1n0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181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Trueque · cross-promo bidireccional (v1)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AL AIRE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1812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PL/Guatevisión como rostro de la verificación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18120" y="3611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eventos GT verificados + módulos en PL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1812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 Libre digital, Guatevisión TV, redes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1812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PL/Guatevisión = "el medio de referencia" para opinión digital en GT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11201400" cy="868680"/>
          </a:xfrm>
          <a:prstGeom prst="rect">
            <a:avLst/>
          </a:prstGeom>
          <a:solidFill>
            <a:srgbClr val="1F232C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PRENSA LIBRE / GUATEVISIÓN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18-35 nativa digital · tráfico bidireccional a sus artículos · nuevo SKU comercial vendible a anunciantes · status como verificador autoritativo de la conversación pública GT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b1n0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 institucional para eventos GT · contexto editorial profesional · entrada al ecosistema de medios CentAm · diferenciación frente a Polymarket/Kalshi en la región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— Confidencial · Para Prensa Libre / Guatevisión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propuesta.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90 días. Sin pago. Inspirado en el modelo CNN × Kalshi.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0" cy="420624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206240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Términos del piloto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331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exclusiva de todos los eventos b1n0 con país=GT durante 90 días.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523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7523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eventos guatemaltecos. Política, deportes, cultura, sociedad.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172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31729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dentro de 24h del hecho público. Fuente: cobertura editorial de PL/Guatevisión.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35935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enlaza al artículo PL correspondiente como "lectura para tomar posición".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0142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40142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"Verificado por Prensa Libre" visible en cada evento GT. Logo en home.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4434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→ PL: clicks medibles desde eventos a artículos. PL → b1n0: widget embebible en cobertura.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8554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48554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Trueque: sin pago directo en v1. Si el piloto convierte, contrato evoluciona a revenue share o licencia.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2760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52760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PL/Guatevisión es el único verificador de eventos GT durante el piloto.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1554480"/>
            <a:ext cx="4023360" cy="2286000"/>
          </a:xfrm>
          <a:prstGeom prst="rect">
            <a:avLst/>
          </a:prstGeom>
          <a:solidFill>
            <a:srgbClr val="161920"/>
          </a:solidFill>
          <a:ln w="6350">
            <a:solidFill>
              <a:srgbClr val="2A2D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1554480"/>
            <a:ext cx="402336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VERÁ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4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Bukele anuncia tercer mandato 2026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2651760"/>
            <a:ext cx="3474720" cy="502920"/>
          </a:xfrm>
          <a:prstGeom prst="rect">
            <a:avLst/>
          </a:prstGeom>
          <a:solidFill>
            <a:srgbClr val="C8102E">
              <a:alpha val="13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VERIFICADO POR PRENSA LIBRE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pública · fuente editorial citada · auditoría on-chain.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4069080"/>
            <a:ext cx="4023360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4663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Reunión de 30 minutos con su equipo comercial y editorial para firmar el piloto.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es ahora — antes de que otro medio CentAm tome la silla. El modelo lleva 6 meses cerrándose en EE.UU.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b1n0 — Confidencial · Para Prensa Libre / Guatevisión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b1n0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b1n0 × Prensa Libre — Verificación Independiente</dc:title>
  <dc:subject>PptxGenJS Presentation</dc:subject>
  <dc:creator>b1n0</dc:creator>
  <cp:lastModifiedBy>b1n0</cp:lastModifiedBy>
  <cp:revision>1</cp:revision>
  <dcterms:created xsi:type="dcterms:W3CDTF">2026-05-06T03:57:16Z</dcterms:created>
  <dcterms:modified xsi:type="dcterms:W3CDTF">2026-05-06T03:57:16Z</dcterms:modified>
</cp:coreProperties>
</file>