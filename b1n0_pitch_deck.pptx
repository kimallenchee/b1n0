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1371600"/>
            <a:ext cx="384048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plataforma de opinión de Centroamérica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Hacé tu llamado. Demostrá que sabés más que todos.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4302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Tres33 SAS de CV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6863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 Allen Chee · Founder &amp; CEO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06D47F"/>
          </a:solidFill>
          <a:ln w="12700">
            <a:solidFill>
              <a:srgbClr val="06D47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millones de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centroamericanos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opinan en grupo.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fútbol, política, economía, cultura.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cada grupo de WhatsApp, en cada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cena familiar, en cada redada de domingo.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D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Pero no hay un lugar donde demostrarlo.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03520" y="914400"/>
            <a:ext cx="3291840" cy="155448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051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50M+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54406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Centroamericanos hispanoparlantes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 · SV · HN · NI · CR · PA · BZ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2606040"/>
            <a:ext cx="3291840" cy="155448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2743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D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544068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 regionales de predicción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4068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Polymarket, Kalshi → bloquean LATAM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b1n0 es una plataforma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opinión social.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usuarios compran contratos sobre eventos reales — fútbol, política, economía, cultura — y cobran si tienen razón. No es casino, no es bolsa, no es apuesta. Es saber más que todos y poder demostrarlo.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2560320" cy="50292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4416552"/>
            <a:ext cx="91440" cy="91440"/>
          </a:xfrm>
          <a:prstGeom prst="ellipse">
            <a:avLst/>
          </a:prstGeom>
          <a:solidFill>
            <a:srgbClr val="06D47F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4279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Spanish-first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7824" y="4498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Hablamos como vos hablás.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6432" y="4416552"/>
            <a:ext cx="91440" cy="91440"/>
          </a:xfrm>
          <a:prstGeom prst="ellipse">
            <a:avLst/>
          </a:prstGeom>
          <a:solidFill>
            <a:srgbClr val="06D47F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21024" y="4279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21024" y="4498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 en el bolsillo.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4206240"/>
            <a:ext cx="2560320" cy="50292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4416552"/>
            <a:ext cx="91440" cy="91440"/>
          </a:xfrm>
          <a:prstGeom prst="ellipse">
            <a:avLst/>
          </a:prstGeom>
          <a:solidFill>
            <a:srgbClr val="06D47F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4279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Centroamérica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64224" y="4498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Siete países, un solo mercado.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pasos. Cero fricción.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1430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 el evento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148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Llamados activos en tu feed. Fútbol, dólar, política — lo que vivís cada día.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14300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Hacés tu llamado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Elegís SÍ o NO, ponés tu entrada. Te decimos cuánto cobrás si tenés razón.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1430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Cobrás (o no)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el evento se resuelve, el dinero entra a tu saldo. Sin esperas.</a:t>
            </a:r>
            <a:endParaRPr lang="en-US" sz="1100" dirty="0"/>
          </a:p>
        </p:txBody>
      </p:sp>
      <p:pic>
        <p:nvPicPr>
          <p:cNvPr id="15" name="Image 1" descr="/sessions/practical-bold-franklin/mnt/outputs/mockups/01_in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182880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contrato vale $1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tu lado gana.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5303520" cy="228600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María pone $50 en NO al precio $0.38.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entrada compra 131 contratos a ~$0.38 cada uno.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NO gana, cobra: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$131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320040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2.6x su entrada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(+162% retorno)</a:t>
            </a:r>
            <a:endParaRPr lang="en-US" sz="1200" dirty="0"/>
          </a:p>
        </p:txBody>
      </p:sp>
      <p:pic>
        <p:nvPicPr>
          <p:cNvPr id="13" name="Image 1" descr="/sessions/practical-bold-franklin/mnt/outputs/mockups/02_bu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182880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CAPITAL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se mueve la plata.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874520" cy="1463040"/>
          </a:xfrm>
          <a:prstGeom prst="rect">
            <a:avLst/>
          </a:prstGeom>
          <a:solidFill>
            <a:srgbClr val="141A1E"/>
          </a:solidFill>
          <a:ln w="25400">
            <a:solidFill>
              <a:srgbClr val="06D4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Aportan capital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respaldar el pool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4602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606040" y="1920240"/>
            <a:ext cx="1874520" cy="1463040"/>
          </a:xfrm>
          <a:prstGeom prst="rect">
            <a:avLst/>
          </a:prstGeom>
          <a:solidFill>
            <a:srgbClr val="141A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97480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del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9748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 los pagos.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Dinero bloqueado.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0342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663440" y="1920240"/>
            <a:ext cx="1874520" cy="1463040"/>
          </a:xfrm>
          <a:prstGeom prst="rect">
            <a:avLst/>
          </a:prstGeom>
          <a:solidFill>
            <a:srgbClr val="141A1E"/>
          </a:solidFill>
          <a:ln w="25400">
            <a:solidFill>
              <a:srgbClr val="FFD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opinan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5488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Compran contratos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 o NO.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6082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720840" y="1920240"/>
            <a:ext cx="1874520" cy="1463040"/>
          </a:xfrm>
          <a:prstGeom prst="rect">
            <a:avLst/>
          </a:prstGeom>
          <a:solidFill>
            <a:srgbClr val="141A1E"/>
          </a:solidFill>
          <a:ln w="25400">
            <a:solidFill>
              <a:srgbClr val="06D4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Resolución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pagos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1228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Ganadores cobran $1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contrato. LPs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recuperan capital.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b1n0 captura un corte de cada movimiento ↓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solidFill>
            <a:srgbClr val="06D47F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~8% take rate combinado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GENERA INGRESOS B1N0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cortes, un solo lifecycle.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4023360" cy="109728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03911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1–5%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19456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Comisión de compra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9456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vez que un usuario hace su llamado.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1874520"/>
            <a:ext cx="4023360" cy="109728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6360" y="203911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58368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Comisión de salida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 usuario vende antes de la resolución.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4023360" cy="109728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3649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19456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 capturado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1945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 entre precio de compra y mid.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3200400"/>
            <a:ext cx="4023360" cy="109728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33649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58368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Skim de resolución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836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cada pago a ganadores.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take rate: ~8% por dólar que pasa por la plataforma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TESIS REGIONAL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Centroamérica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un solo mercado.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Siete países que comparten idioma, fútbol, política, dólar, redes sociales — y nadie los está atendiendo. Polymarket bloquea LATAM. Kalshi solo opera en EE.UU. Las apps de apuestas locales son anticuadas, opacas, y no entienden cómo los centroamericanos opinan.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2514600" cy="1005840"/>
          </a:xfrm>
          <a:prstGeom prst="rect">
            <a:avLst/>
          </a:prstGeom>
          <a:solidFill>
            <a:srgbClr val="141A1E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Localización real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en español guatemalteco, salvadoreño, hondureño. No traducciones — contenido nacido aquí.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3840480"/>
            <a:ext cx="2514600" cy="1005840"/>
          </a:xfrm>
          <a:prstGeom prst="rect">
            <a:avLst/>
          </a:prstGeom>
          <a:solidFill>
            <a:srgbClr val="141A1E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0712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 transfronterizo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10712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guatemalteco opina sobre elecciones en Costa Rica. Un salvadoreño sobre fútbol en Honduras.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3840480"/>
            <a:ext cx="2514600" cy="1005840"/>
          </a:xfrm>
          <a:prstGeom prst="rect">
            <a:avLst/>
          </a:prstGeom>
          <a:solidFill>
            <a:srgbClr val="141A1E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Currency en USD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08192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moneda. Cero fricción cambiaria. Compatible con remesas y wallets locales.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759452"/>
            <a:ext cx="56692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AHORA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fuerzas, una ventana.</a:t>
            </a:r>
            <a:endParaRPr lang="en-US" sz="3200" dirty="0"/>
          </a:p>
        </p:txBody>
      </p:sp>
      <p:pic>
        <p:nvPicPr>
          <p:cNvPr id="6" name="Image 1" descr="/sessions/practical-bold-franklin/mnt/outputs/mockups/03_portafol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169164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0" y="1691640"/>
            <a:ext cx="5394960" cy="91440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383280" y="1828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023360" y="1828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 penetration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023360" y="2130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+85% de adultos centroamericanos tienen smartphone. 4G ubicuo. Pago digital normalizado.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2743200"/>
            <a:ext cx="5394960" cy="91440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2880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023360" y="2880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regulatoria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023360" y="31821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Kalshi aprobado por la CFTC en 2024. Polymarket vale $1B+ con tráfico récord. Producto legítimo.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0" y="3794760"/>
            <a:ext cx="5394960" cy="91440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83280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023360" y="3931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lista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023360" y="42336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18–35 años. Opiniones fuertes. Apetito por demostrar conocimiento. Cansados de apps para gringos.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900" dirty="0"/>
          </a:p>
        </p:txBody>
      </p:sp>
      <p:pic>
        <p:nvPicPr>
          <p:cNvPr id="3" name="Image 0" descr="/sessions/practical-bold-franklin/mnt/b1n0/public/brand/b1n0-logo-full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640080"/>
            <a:ext cx="219456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Hacé tu llamado.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Demostrá que sabés.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194560" y="3108960"/>
            <a:ext cx="4754880" cy="1417320"/>
          </a:xfrm>
          <a:prstGeom prst="rect">
            <a:avLst/>
          </a:prstGeom>
          <a:solidFill>
            <a:srgbClr val="141A1E"/>
          </a:solidFill>
          <a:ln w="12700">
            <a:solidFill>
              <a:srgbClr val="2430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68880" y="3383280"/>
            <a:ext cx="868680" cy="868680"/>
          </a:xfrm>
          <a:prstGeom prst="ellipse">
            <a:avLst/>
          </a:prstGeom>
          <a:solidFill>
            <a:srgbClr val="06D47F"/>
          </a:solidFill>
          <a:ln w="12700">
            <a:solidFill>
              <a:srgbClr val="06D4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345643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5204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 Allen Chee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5204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044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1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Tres33 SAS de CV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5034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4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www.b1n0.com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kim@b1n0.com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Tres33 SAS de CV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b1n0 — Plataforma de opinión de Centroamérica</dc:title>
  <dc:subject>PptxGenJS Presentation</dc:subject>
  <dc:creator>Kim Allen Chee</dc:creator>
  <cp:lastModifiedBy>Kim Allen Chee</cp:lastModifiedBy>
  <cp:revision>1</cp:revision>
  <dcterms:created xsi:type="dcterms:W3CDTF">2026-05-16T05:46:59Z</dcterms:created>
  <dcterms:modified xsi:type="dcterms:W3CDTF">2026-05-16T05:46:59Z</dcterms:modified>
</cp:coreProperties>
</file>